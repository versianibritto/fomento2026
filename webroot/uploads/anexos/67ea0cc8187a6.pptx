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2D5EC-4779-B200-625A-5DB324F3E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46B383-0CC6-A06D-BBDF-A10B6E617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C68B50-1EED-A03F-B9EF-143262CC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C4521E-830F-4CD1-E1E0-E8866EDF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D2FA2-18FA-7C46-BFF3-5C5C2974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95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B20D6-2EBB-481E-C0C7-809BB209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3579B-C5EE-54E9-CA82-C22A73C2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000EC-E9C2-853D-28CF-81AAB167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A30F2-36FF-00D8-EFE4-7079FA6C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5AAA1-63C6-1FDA-1F04-5D1A750C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97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F8126-7362-FDC7-496A-6439B472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AE15A0-D98B-F1C6-B5B1-CB0938E26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9BAE1-3431-E399-5E34-0437513F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D43EE-E694-8BB5-5F86-B8F66EEF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CAC98-13C2-72DA-736D-D8BF5A0F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58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152BA-0698-CABE-AB79-A3E13C87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FE9D29-894B-2985-05AE-61D0BDA11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EE4BBF-CAA6-8FE4-B36E-1FF848A3B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32A91B-5C25-8F39-A7B5-D93B263F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6A59D9-0B4C-9546-DF6B-63418D94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436B72-9CC7-568D-0E62-F3931AB4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95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A083D-875C-F926-8CCC-1131DB71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AD72AE-18EB-3298-1FC8-191CD9F2F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F41A1E-0AEA-5C86-740D-24BCBFD3D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260B58-7722-C475-97B7-18308E51D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AFB4B7-D246-A6C0-D2B0-C06C4B74F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9B14CE-EA32-1F5A-57D0-1E877935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B0AE04-9556-A0FF-CE3A-0346365E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31C40E-59D2-25AC-7BC7-85923D7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3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F0B0F-81CC-BBB9-E6DA-A824C85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DB2C66-3AB6-900B-558E-B906DADE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04361C-4E3C-E01A-72A8-0253A8BE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13E297-DAC7-09E6-0398-00BC8D6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5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403C17-C74E-E699-3BD0-9339FCD8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0E3BEF-1285-BC9F-AC21-C16FD887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335CB0-14D6-B79E-90FE-5CA0133E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1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1F5CA-4783-2CA4-0836-60AEB410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24D0B-CB2C-AA97-5354-5F879F782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8C78D6-B8A7-05B6-464A-C182A31AF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072265-6EF2-FB4B-FE77-143AD446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A000DD-A6B1-5747-66A3-F4D2851B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6B46A3-F650-E931-F686-45E371B6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30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22AB8-2AB8-4ED4-A8DE-167ACCBD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065F9A-B062-5987-02BE-37BF67C1A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048E82-2397-DB71-8134-48D2B850C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648353-A432-C173-1A95-B1C1F045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9217DC-8D6D-8E64-CED1-9E1CFEEF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69C7F6-6447-ED4A-155B-4F410204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34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4332C-9DE3-0A0A-F27D-02907A50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D7F570-648F-1E1F-1292-5CD48C16C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C68D11-9656-F1D0-F819-48C0E313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FC7553-D3EF-40FF-E3CE-47AAAD15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A01588-C23A-8E5E-C107-8A848988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0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F1FA8C-0F7A-2821-D2D9-8A5651F4E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85F69A-18D5-7A17-E0E5-4F9101EDC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1D0F1B-CBB5-77E3-A4AD-2CF76046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871C5-CFB8-26F8-68BF-1C176F79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7E6C66-2D5D-D666-C411-3588A0BD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11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6AF2A0E-9E13-C69A-3727-EE65478E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AA311B-496E-C20A-855F-B57F32EFC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1713E-330D-D0AE-4D91-A47C020D7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81958-368D-4838-B22C-AF281DD21129}" type="datetimeFigureOut">
              <a:rPr lang="pt-BR" smtClean="0"/>
              <a:t>25/02/2025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826199-ECBA-D735-0E70-196D2978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5B1193-0794-4D1B-25CB-1568682C8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CB680-A52C-49B1-85A3-CD32C7B86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6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C8CC02-29E2-DC72-21F9-95237D3E7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9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F7FA4A1-E12B-BBAC-EE5B-EE42F99B5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8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D910466A-ED3F-6E17-6E5F-FFD6FE2D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" y="535086"/>
            <a:ext cx="11854453" cy="521638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AA32DAE-613A-CB4C-A6F3-9810A9042E8C}"/>
              </a:ext>
            </a:extLst>
          </p:cNvPr>
          <p:cNvSpPr txBox="1"/>
          <p:nvPr/>
        </p:nvSpPr>
        <p:spPr>
          <a:xfrm>
            <a:off x="5993728" y="3981796"/>
            <a:ext cx="327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Considerar o que está no edital</a:t>
            </a:r>
          </a:p>
        </p:txBody>
      </p:sp>
    </p:spTree>
    <p:extLst>
      <p:ext uri="{BB962C8B-B14F-4D97-AF65-F5344CB8AC3E}">
        <p14:creationId xmlns:p14="http://schemas.microsoft.com/office/powerpoint/2010/main" val="311325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C392FE-C602-D8F2-8F04-569B64B8690E}"/>
              </a:ext>
            </a:extLst>
          </p:cNvPr>
          <p:cNvSpPr txBox="1"/>
          <p:nvPr/>
        </p:nvSpPr>
        <p:spPr>
          <a:xfrm>
            <a:off x="643278" y="4487238"/>
            <a:ext cx="749687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Só para </a:t>
            </a:r>
            <a:r>
              <a:rPr lang="en-US" sz="2000" dirty="0" err="1"/>
              <a:t>confirmar</a:t>
            </a:r>
            <a:r>
              <a:rPr lang="en-US" sz="2000" dirty="0"/>
              <a:t>, esses </a:t>
            </a:r>
            <a:r>
              <a:rPr lang="en-US" sz="2000" dirty="0" err="1"/>
              <a:t>documentos</a:t>
            </a:r>
            <a:r>
              <a:rPr lang="en-US" sz="2000" dirty="0"/>
              <a:t> </a:t>
            </a:r>
            <a:r>
              <a:rPr lang="en-US" sz="2000" dirty="0" err="1"/>
              <a:t>puxam</a:t>
            </a:r>
            <a:r>
              <a:rPr lang="en-US" sz="2000" dirty="0"/>
              <a:t> </a:t>
            </a:r>
            <a:r>
              <a:rPr lang="en-US" sz="2000" dirty="0" err="1"/>
              <a:t>automaticamente</a:t>
            </a:r>
            <a:r>
              <a:rPr lang="en-US" sz="2000" dirty="0"/>
              <a:t> o que </a:t>
            </a:r>
            <a:r>
              <a:rPr lang="en-US" sz="2000" dirty="0" err="1"/>
              <a:t>já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inserido</a:t>
            </a:r>
            <a:r>
              <a:rPr lang="en-US" sz="2000" dirty="0"/>
              <a:t> no </a:t>
            </a:r>
            <a:r>
              <a:rPr lang="en-US" sz="2000" dirty="0" err="1"/>
              <a:t>projeto</a:t>
            </a:r>
            <a:r>
              <a:rPr lang="en-US" sz="2000" dirty="0"/>
              <a:t> do </a:t>
            </a:r>
            <a:r>
              <a:rPr lang="en-US" sz="2000" dirty="0" err="1"/>
              <a:t>orientador</a:t>
            </a:r>
            <a:r>
              <a:rPr lang="en-US" sz="2000" dirty="0"/>
              <a:t>?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Essa </a:t>
            </a:r>
            <a:r>
              <a:rPr lang="en-US" sz="2000" dirty="0" err="1"/>
              <a:t>parte</a:t>
            </a:r>
            <a:r>
              <a:rPr lang="en-US" sz="2000" dirty="0"/>
              <a:t> é para </a:t>
            </a:r>
            <a:r>
              <a:rPr lang="en-US" sz="2000" dirty="0" err="1"/>
              <a:t>caso</a:t>
            </a:r>
            <a:r>
              <a:rPr lang="en-US" sz="2000" dirty="0"/>
              <a:t> </a:t>
            </a:r>
            <a:r>
              <a:rPr lang="en-US" sz="2000" dirty="0" err="1"/>
              <a:t>eles</a:t>
            </a:r>
            <a:r>
              <a:rPr lang="en-US" sz="2000" dirty="0"/>
              <a:t> </a:t>
            </a:r>
            <a:r>
              <a:rPr lang="en-US" sz="2000" dirty="0" err="1"/>
              <a:t>queiram</a:t>
            </a:r>
            <a:r>
              <a:rPr lang="en-US" sz="2000" dirty="0"/>
              <a:t> </a:t>
            </a:r>
            <a:r>
              <a:rPr lang="en-US" sz="2000" dirty="0" err="1"/>
              <a:t>atualizar</a:t>
            </a:r>
            <a:r>
              <a:rPr lang="en-US" sz="2000" dirty="0"/>
              <a:t> o </a:t>
            </a:r>
            <a:r>
              <a:rPr lang="en-US" sz="2000" dirty="0" err="1"/>
              <a:t>arquivo</a:t>
            </a:r>
            <a:r>
              <a:rPr lang="en-US" sz="2000" dirty="0"/>
              <a:t> é </a:t>
            </a:r>
            <a:r>
              <a:rPr lang="en-US" sz="2000" dirty="0" err="1"/>
              <a:t>isso</a:t>
            </a:r>
            <a:r>
              <a:rPr lang="en-US" sz="2000" dirty="0"/>
              <a:t>??</a:t>
            </a:r>
            <a:br>
              <a:rPr lang="en-US" sz="2000" dirty="0"/>
            </a:b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VIMOS QUE DÁ PARA SEGUIR COM A INSCRIÇÃO SEM ANEXAR NADA, ENTÃO NÃO É OBRIGATÓRIO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ECEE71-A625-06F8-8C44-5631CEB8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41" b="12361"/>
          <a:stretch/>
        </p:blipFill>
        <p:spPr>
          <a:xfrm>
            <a:off x="-1220226" y="951460"/>
            <a:ext cx="13856522" cy="328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10C130-93C8-755B-D34B-A585D84A2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209675"/>
            <a:ext cx="8229600" cy="44386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CDC88FC-2783-4433-1CF8-6C7C3E870EA7}"/>
              </a:ext>
            </a:extLst>
          </p:cNvPr>
          <p:cNvSpPr txBox="1"/>
          <p:nvPr/>
        </p:nvSpPr>
        <p:spPr>
          <a:xfrm>
            <a:off x="6957392" y="4542183"/>
            <a:ext cx="440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Conter o limite de 4.000 caracteres</a:t>
            </a:r>
          </a:p>
        </p:txBody>
      </p:sp>
    </p:spTree>
    <p:extLst>
      <p:ext uri="{BB962C8B-B14F-4D97-AF65-F5344CB8AC3E}">
        <p14:creationId xmlns:p14="http://schemas.microsoft.com/office/powerpoint/2010/main" val="187512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B0101EE-CB58-4FBF-9EE4-31C4498AE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801"/>
            <a:ext cx="12192000" cy="61863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61CA13D-7678-BA1A-EF6E-48AE6D6C3975}"/>
              </a:ext>
            </a:extLst>
          </p:cNvPr>
          <p:cNvSpPr txBox="1"/>
          <p:nvPr/>
        </p:nvSpPr>
        <p:spPr>
          <a:xfrm>
            <a:off x="6838122" y="473102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5404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B2DBC-3ED5-1B4C-D77B-3C54E4B1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4DC9B3-53DA-5490-E357-C646E300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600"/>
            <a:ext cx="121920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0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3E2B5A-F58B-36E4-6A0B-0E52889E9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951"/>
            <a:ext cx="12192000" cy="572609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A45CB4F-F2C8-0AEA-CD75-AE95E69501FA}"/>
              </a:ext>
            </a:extLst>
          </p:cNvPr>
          <p:cNvSpPr txBox="1"/>
          <p:nvPr/>
        </p:nvSpPr>
        <p:spPr>
          <a:xfrm>
            <a:off x="7653130" y="464157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47013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0C90EC-6B29-5F05-7546-0758B9171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8"/>
          <a:stretch/>
        </p:blipFill>
        <p:spPr>
          <a:xfrm>
            <a:off x="0" y="318052"/>
            <a:ext cx="12192000" cy="6539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A433542-199E-CC32-D4FB-C2A5FF418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3838"/>
            <a:ext cx="12192000" cy="558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5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65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Raquel Brilhante</dc:creator>
  <cp:lastModifiedBy>Raquel Brilhante</cp:lastModifiedBy>
  <cp:revision>5</cp:revision>
  <dcterms:created xsi:type="dcterms:W3CDTF">2025-02-24T13:24:02Z</dcterms:created>
  <dcterms:modified xsi:type="dcterms:W3CDTF">2025-02-25T18:43:11Z</dcterms:modified>
</cp:coreProperties>
</file>